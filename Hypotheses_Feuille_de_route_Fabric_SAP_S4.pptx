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958c3692a04e62" /><Relationship Type="http://schemas.openxmlformats.org/officeDocument/2006/relationships/extended-properties" Target="/docProps/app.xml" Id="R70e9fac9c37e4013" /><Relationship Type="http://schemas.openxmlformats.org/officeDocument/2006/relationships/officeDocument" Target="/ppt/presentation.xml" Id="R1061f5d30cf9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76c3cc4644246"/>
  </p:sldMasterIdLst>
  <p:notesMasterIdLst>
    <p:notesMasterId xmlns:r="http://schemas.openxmlformats.org/officeDocument/2006/relationships" r:id="R73bed427b3394582"/>
  </p:notesMasterIdLst>
  <p:sldIdLst>
    <p:sldId xmlns:r="http://schemas.openxmlformats.org/officeDocument/2006/relationships" id="256" r:id="Rdcaa72ad7c8d4eff"/>
    <p:sldId xmlns:r="http://schemas.openxmlformats.org/officeDocument/2006/relationships" id="257" r:id="Rc42782d4275646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699d2248084781" /><Relationship Type="http://schemas.openxmlformats.org/officeDocument/2006/relationships/slideMaster" Target="/ppt/slideMasters/slideMaster1.xml" Id="R9d976c3cc4644246" /><Relationship Type="http://schemas.openxmlformats.org/officeDocument/2006/relationships/notesMaster" Target="/ppt/notesMasters/notesMaster1.xml" Id="R73bed427b3394582" /><Relationship Type="http://schemas.openxmlformats.org/officeDocument/2006/relationships/presProps" Target="/ppt/presProps.xml" Id="R7712bfbb77ac43d5" /><Relationship Type="http://schemas.openxmlformats.org/officeDocument/2006/relationships/tableStyles" Target="/ppt/tableStyles.xml" Id="Rdb2c57a955aa4962" /><Relationship Type="http://schemas.openxmlformats.org/officeDocument/2006/relationships/slide" Target="/ppt/slides/slide1.xml" Id="Rdcaa72ad7c8d4eff" /><Relationship Type="http://schemas.openxmlformats.org/officeDocument/2006/relationships/slide" Target="/ppt/slides/slide2.xml" Id="Rc42782d42756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2c80488b0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d834ea2284274" /><Relationship Type="http://schemas.openxmlformats.org/officeDocument/2006/relationships/notesMaster" Target="/ppt/notesMasters/notesMaster1.xml" Id="R75a012d023424d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c57aa72414559" /><Relationship Type="http://schemas.openxmlformats.org/officeDocument/2006/relationships/notesMaster" Target="/ppt/notesMasters/notesMaster1.xml" Id="Rd04047bbd57a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0a9326c71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9e8596ed74abb" /><Relationship Type="http://schemas.openxmlformats.org/officeDocument/2006/relationships/slideLayout" Target="/ppt/slideLayouts/slideLayout1.xml" Id="R61eb64a7fa2f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eb64a7fa2f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c6bc958204655" /><Relationship Type="http://schemas.openxmlformats.org/officeDocument/2006/relationships/notesSlide" Target="/ppt/notesSlides/notesSlide1.xml" Id="Rd3dd0761b00343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35de48f084d83" /><Relationship Type="http://schemas.openxmlformats.org/officeDocument/2006/relationships/notesSlide" Target="/ppt/notesSlides/notesSlide2.xml" Id="Rf8e5a958d2644b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2A019-4D40-452E-9FB4-48EF9EA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Hypothèses de chiffrage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64C5C-5549-48AC-ACD0-05AF2D45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70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31708E"/>
                </a:solidFill>
                <a:latin typeface="Bitstream Charter"/>
                <a:ea typeface="Bitstream Charter"/>
                <a:cs typeface="Bitstream Charter"/>
              </a:rPr>
              <a:t>SAP S/4HANA → Fabric Bronze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6EB99-24D0-4280-AD84-3C63E7E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SCÉNARIO 1  ·  5 objets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74697-2523-401D-978A-6890ED5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43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Socle simple et première alimentation Bronze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Chargement initial puis incrémental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1 architecte partiel · 1 tech lead · 1 data engineer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32–65 jours-personnes · 36–75 avec provision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A95E5-449A-49E4-9AF2-72C79AF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SCÉNARIO 2  ·  20 objets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C5F8B-771B-445D-BF74-12CE0E1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143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Socle industrialisé DEV / TEST / PROD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Framework de métadonnées et orchestration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1 architecte partiel · 1 tech lead · 2 data engineers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155–282 jours-personnes · 171–325 avec provision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AA5D8-2A4B-4096-BAE4-64A1200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2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496273"/>
                </a:solidFill>
                <a:latin typeface="Bitstream Charter"/>
                <a:ea typeface="Bitstream Charter"/>
                <a:cs typeface="Bitstream Charter"/>
              </a:rPr>
              <a:t>Périmètre commun : ingestion jusqu’à Bronze. Silver, Gold, modèles sémantiques et coût de capacité exclus.</a:t>
            </a:r>
          </a:p>
        </p:txBody>
      </p:sp>
    </p:spTree>
    <p:extLst>
      <p:ext uri="{BB962C8B-B14F-4D97-AF65-F5344CB8AC3E}">
        <p14:creationId xmlns:p14="http://schemas.microsoft.com/office/powerpoint/2010/main" val="1585924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91515-CD12-45E7-93DA-39062AF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Feuille de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BA9E3-0AC5-4BB1-94A1-CF808AB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70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31708E"/>
                </a:solidFill>
                <a:latin typeface="Bitstream Charter"/>
                <a:ea typeface="Bitstream Charter"/>
                <a:cs typeface="Bitstream Charter"/>
              </a:rPr>
              <a:t>Séquence de réalisation et points de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FF51A-A77C-4F53-960E-7D7372D1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1  Cadrer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08B43-1FBC-4921-AC1A-A6EC3AEC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Objets, volumétrie, extraction SAP, incrément et sécurité.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5C24B-194C-4151-859A-FFACE74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2  Installer le socle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EDA3D-A2BB-4C18-8F96-AC18596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Workspaces, accès, réseau, Git, CI/CD et Lakehouse Bronze.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28A91-4BD2-47A9-8BCF-4E75B40A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3  Construire le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2EF46-B64D-4899-99A9-12FC7E49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Métadonnées, orchestration, logs, contrôles et reprise. Scénario 2 uniquement.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35175-E7F2-45DE-BD38-1C65866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4  Piloter sur un objet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034E4-8538-49C1-BE66-5E200C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Connexion SAP, chargement initial, incrémental et validation des performances.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6296-696B-4B67-839A-8CA6EA8C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5  Déployer et transférer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C242E-595C-4E46-B45A-BFFAA696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863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Industrialiser 5 ou 20 objets, recetter, documenter et passer en exploitation.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53973-F927-44E8-BFB0-A2E6459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2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496273"/>
                </a:solidFill>
                <a:latin typeface="Bitstream Charter"/>
                <a:ea typeface="Bitstream Charter"/>
                <a:cs typeface="Bitstream Charter"/>
              </a:rPr>
              <a:t>Garde-fou de chiffrage : confirmer l’extracteur SAP et les colonnes d’incrément sur l’objet pilote.</a:t>
            </a:r>
          </a:p>
        </p:txBody>
      </p:sp>
    </p:spTree>
    <p:extLst>
      <p:ext uri="{BB962C8B-B14F-4D97-AF65-F5344CB8AC3E}">
        <p14:creationId xmlns:p14="http://schemas.microsoft.com/office/powerpoint/2010/main" val="1578955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2026-09-23T09:28:14.6020000Z</dcterms:created>
  <dcterms:modified xsi:type="dcterms:W3CDTF">2026-09-23T09:28:14.6020000Z</dcterms:modified>
</coreProperties>
</file>